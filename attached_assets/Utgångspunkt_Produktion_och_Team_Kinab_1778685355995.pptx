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1"/>
  </p:notesMasterIdLst>
  <p:sldIdLst>
    <p:sldId id="256" r:id="rId5"/>
    <p:sldId id="264" r:id="rId6"/>
    <p:sldId id="266" r:id="rId7"/>
    <p:sldId id="267" r:id="rId8"/>
    <p:sldId id="268" r:id="rId9"/>
    <p:sldId id="265" r:id="rId1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0D08"/>
    <a:srgbClr val="342207"/>
    <a:srgbClr val="78AF74"/>
    <a:srgbClr val="D7E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1"/>
    <p:restoredTop sz="94898"/>
  </p:normalViewPr>
  <p:slideViewPr>
    <p:cSldViewPr snapToGrid="0">
      <p:cViewPr varScale="1">
        <p:scale>
          <a:sx n="121" d="100"/>
          <a:sy n="121" d="100"/>
        </p:scale>
        <p:origin x="216" y="1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D4C90-13A8-6A4A-ABFE-A46FE275B6BF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471BE-D8E9-B243-800D-F7A642D58FF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9403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471BE-D8E9-B243-800D-F7A642D58FF6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2365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B0A1-CA1E-9087-9E16-9127046C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63B84015-3772-C96B-1D6E-BD5C736E2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79D5709C-B6C9-A206-CD17-95FCFEE91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F10B897-6493-657A-4D56-4212CCDBB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471BE-D8E9-B243-800D-F7A642D58FF6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958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95837-A284-BE45-652F-5A62E294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13404C8D-5B10-3859-FCDD-B2FD55A16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EB9C56EC-54F2-ABB6-B161-3BD32C0D5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84C8749-585C-AECF-5250-B96BA9555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471BE-D8E9-B243-800D-F7A642D58FF6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08347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D0D2-7FFC-1CAF-5050-77E47AEE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833DE708-E7A5-02D1-6965-01E989AAF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7BB8B23D-457B-D24D-7738-AFC58ACB8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9C376F3-ED86-241A-31DD-25CAF795C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471BE-D8E9-B243-800D-F7A642D58FF6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3311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1CD31-D7B5-D266-9FA4-F382CA82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56CE1DBD-BE58-27E5-F5AF-DBC5D5AD5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76B8E4B6-D3F6-69B3-EEE3-2DF2AFECE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73F813D-A88B-CE05-D193-2DFE9905E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471BE-D8E9-B243-800D-F7A642D58FF6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31775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A19B-6F7F-6E65-2A22-7EEC20AF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2395FF28-8457-EEF0-0A58-7FDF5A479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6AEA6949-2129-4F10-323F-5F86D863F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FDB0407-47EC-1454-E7EA-BC17F7A91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471BE-D8E9-B243-800D-F7A642D58FF6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7641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54885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39541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941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103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6142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463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6783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419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0408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83207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2413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A461D-A687-4C4D-992D-0AD154964DC7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F41D5-B562-4145-B774-60FC965783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336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passad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5D20601-526E-FB7C-5D64-33A0D3A8899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actionButtonBlank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3" name="Bildobjekt 2" descr="En bild som visar skärmbild, design, typografi&#10;&#10;AI-genererat innehåll kan vara felaktigt.">
            <a:extLst>
              <a:ext uri="{FF2B5EF4-FFF2-40B4-BE49-F238E27FC236}">
                <a16:creationId xmlns:a16="http://schemas.microsoft.com/office/drawing/2014/main" id="{E9CB43B4-A899-2A02-B852-60289A1C21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2938"/>
            <a:ext cx="9906000" cy="5572125"/>
          </a:xfrm>
          <a:prstGeom prst="rect">
            <a:avLst/>
          </a:prstGeom>
        </p:spPr>
      </p:pic>
      <p:pic>
        <p:nvPicPr>
          <p:cNvPr id="8" name="Bildobjekt 7" descr="En bild som visar Teckensnitt, Grafik, skärmbild, grafisk design&#10;&#10;AI-genererat innehåll kan vara felaktigt.">
            <a:extLst>
              <a:ext uri="{FF2B5EF4-FFF2-40B4-BE49-F238E27FC236}">
                <a16:creationId xmlns:a16="http://schemas.microsoft.com/office/drawing/2014/main" id="{F341BDA0-3587-FA84-AD6F-D8F73DBC1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67" y="2387047"/>
            <a:ext cx="3374231" cy="1444625"/>
          </a:xfrm>
          <a:prstGeom prst="rect">
            <a:avLst/>
          </a:prstGeom>
        </p:spPr>
      </p:pic>
      <p:sp>
        <p:nvSpPr>
          <p:cNvPr id="9" name="textruta 8">
            <a:extLst>
              <a:ext uri="{FF2B5EF4-FFF2-40B4-BE49-F238E27FC236}">
                <a16:creationId xmlns:a16="http://schemas.microsoft.com/office/drawing/2014/main" id="{3C5A5FA9-1F8F-B68C-DC83-C1A4D01664D3}"/>
              </a:ext>
            </a:extLst>
          </p:cNvPr>
          <p:cNvSpPr txBox="1"/>
          <p:nvPr/>
        </p:nvSpPr>
        <p:spPr>
          <a:xfrm>
            <a:off x="519058" y="5438525"/>
            <a:ext cx="8033507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95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Rikstäckande inom tvätt och drifthållning av avfallssystem</a:t>
            </a:r>
          </a:p>
        </p:txBody>
      </p:sp>
    </p:spTree>
    <p:extLst>
      <p:ext uri="{BB962C8B-B14F-4D97-AF65-F5344CB8AC3E}">
        <p14:creationId xmlns:p14="http://schemas.microsoft.com/office/powerpoint/2010/main" val="1145233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19EE-7E62-2632-743C-B5B620429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Teckensnitt, Grafik, grafisk design, skärmbild&#10;&#10;AI-genererat innehåll kan vara felaktigt.">
            <a:extLst>
              <a:ext uri="{FF2B5EF4-FFF2-40B4-BE49-F238E27FC236}">
                <a16:creationId xmlns:a16="http://schemas.microsoft.com/office/drawing/2014/main" id="{30E26D9E-4BC4-176F-7899-99CCCEAE866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715544" y="245569"/>
            <a:ext cx="997712" cy="299008"/>
          </a:xfrm>
          <a:prstGeom prst="rect">
            <a:avLst/>
          </a:prstGeom>
        </p:spPr>
      </p:pic>
      <p:pic>
        <p:nvPicPr>
          <p:cNvPr id="7" name="Bildobjekt 6" descr="En bild som visar text, skärmbild, Teckensnitt, nummer&#10;&#10;AI-genererat innehåll kan vara felaktigt.">
            <a:extLst>
              <a:ext uri="{FF2B5EF4-FFF2-40B4-BE49-F238E27FC236}">
                <a16:creationId xmlns:a16="http://schemas.microsoft.com/office/drawing/2014/main" id="{3E4D5B9F-EEE8-B2D2-AE51-EF9B45ED8D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71"/>
          <a:stretch>
            <a:fillRect/>
          </a:stretch>
        </p:blipFill>
        <p:spPr>
          <a:xfrm>
            <a:off x="0" y="830317"/>
            <a:ext cx="9870528" cy="5995604"/>
          </a:xfrm>
          <a:prstGeom prst="rect">
            <a:avLst/>
          </a:prstGeom>
        </p:spPr>
      </p:pic>
      <p:sp>
        <p:nvSpPr>
          <p:cNvPr id="8" name="textruta 7">
            <a:extLst>
              <a:ext uri="{FF2B5EF4-FFF2-40B4-BE49-F238E27FC236}">
                <a16:creationId xmlns:a16="http://schemas.microsoft.com/office/drawing/2014/main" id="{2489B222-C70B-495A-F381-3A00E71D8E2B}"/>
              </a:ext>
            </a:extLst>
          </p:cNvPr>
          <p:cNvSpPr txBox="1"/>
          <p:nvPr/>
        </p:nvSpPr>
        <p:spPr>
          <a:xfrm>
            <a:off x="192744" y="193535"/>
            <a:ext cx="6617959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sv-SE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Det här är ett exempel på förutsättningarna</a:t>
            </a:r>
          </a:p>
        </p:txBody>
      </p:sp>
    </p:spTree>
    <p:extLst>
      <p:ext uri="{BB962C8B-B14F-4D97-AF65-F5344CB8AC3E}">
        <p14:creationId xmlns:p14="http://schemas.microsoft.com/office/powerpoint/2010/main" val="2479764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2BCED-B4CF-1CE8-5412-1321B690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Teckensnitt, Grafik, grafisk design, skärmbild&#10;&#10;AI-genererat innehåll kan vara felaktigt.">
            <a:extLst>
              <a:ext uri="{FF2B5EF4-FFF2-40B4-BE49-F238E27FC236}">
                <a16:creationId xmlns:a16="http://schemas.microsoft.com/office/drawing/2014/main" id="{17CDE3AA-89D0-A4A7-8AF3-566AA41A2A9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715544" y="245569"/>
            <a:ext cx="997712" cy="299008"/>
          </a:xfrm>
          <a:prstGeom prst="rect">
            <a:avLst/>
          </a:prstGeom>
        </p:spPr>
      </p:pic>
      <p:sp>
        <p:nvSpPr>
          <p:cNvPr id="8" name="textruta 7">
            <a:extLst>
              <a:ext uri="{FF2B5EF4-FFF2-40B4-BE49-F238E27FC236}">
                <a16:creationId xmlns:a16="http://schemas.microsoft.com/office/drawing/2014/main" id="{EAA70C4C-FC0C-18D7-0F04-4A65C2908FCC}"/>
              </a:ext>
            </a:extLst>
          </p:cNvPr>
          <p:cNvSpPr txBox="1"/>
          <p:nvPr/>
        </p:nvSpPr>
        <p:spPr>
          <a:xfrm>
            <a:off x="192744" y="193535"/>
            <a:ext cx="5703559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sv-SE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Så här planerar vi en dag </a:t>
            </a:r>
          </a:p>
        </p:txBody>
      </p:sp>
      <p:pic>
        <p:nvPicPr>
          <p:cNvPr id="4" name="Bildobjekt 3" descr="En bild som visar text, Teckensnitt, nummer, Webbsida&#10;&#10;AI-genererat innehåll kan vara felaktigt.">
            <a:extLst>
              <a:ext uri="{FF2B5EF4-FFF2-40B4-BE49-F238E27FC236}">
                <a16:creationId xmlns:a16="http://schemas.microsoft.com/office/drawing/2014/main" id="{B79F411C-738D-5B86-6C84-42D04D9227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6897" r="-1988"/>
          <a:stretch>
            <a:fillRect/>
          </a:stretch>
        </p:blipFill>
        <p:spPr>
          <a:xfrm>
            <a:off x="102945" y="767258"/>
            <a:ext cx="9887135" cy="601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4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0B8D-77C5-3B0C-4D8B-8CA9D31B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Teckensnitt, Grafik, grafisk design, skärmbild&#10;&#10;AI-genererat innehåll kan vara felaktigt.">
            <a:extLst>
              <a:ext uri="{FF2B5EF4-FFF2-40B4-BE49-F238E27FC236}">
                <a16:creationId xmlns:a16="http://schemas.microsoft.com/office/drawing/2014/main" id="{EF86E439-F846-360C-51EA-8A7F7B27DD9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715544" y="245569"/>
            <a:ext cx="997712" cy="299008"/>
          </a:xfrm>
          <a:prstGeom prst="rect">
            <a:avLst/>
          </a:prstGeom>
        </p:spPr>
      </p:pic>
      <p:sp>
        <p:nvSpPr>
          <p:cNvPr id="8" name="textruta 7">
            <a:extLst>
              <a:ext uri="{FF2B5EF4-FFF2-40B4-BE49-F238E27FC236}">
                <a16:creationId xmlns:a16="http://schemas.microsoft.com/office/drawing/2014/main" id="{4C6535FE-55E6-E3ED-1417-698B8C9EC46C}"/>
              </a:ext>
            </a:extLst>
          </p:cNvPr>
          <p:cNvSpPr txBox="1"/>
          <p:nvPr/>
        </p:nvSpPr>
        <p:spPr>
          <a:xfrm>
            <a:off x="192744" y="193535"/>
            <a:ext cx="5703559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sv-SE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Så här planerar vi en vecka </a:t>
            </a:r>
          </a:p>
        </p:txBody>
      </p:sp>
      <p:pic>
        <p:nvPicPr>
          <p:cNvPr id="5" name="Bildobjekt 4" descr="En bild som visar text, skärmbild, Webbsida, Webbplats&#10;&#10;AI-genererat innehåll kan vara felaktigt.">
            <a:extLst>
              <a:ext uri="{FF2B5EF4-FFF2-40B4-BE49-F238E27FC236}">
                <a16:creationId xmlns:a16="http://schemas.microsoft.com/office/drawing/2014/main" id="{97DF1E1B-7D56-178F-F096-E2D2109613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85"/>
          <a:stretch>
            <a:fillRect/>
          </a:stretch>
        </p:blipFill>
        <p:spPr>
          <a:xfrm>
            <a:off x="99802" y="713719"/>
            <a:ext cx="9706395" cy="604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56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195F-54D3-BF3F-A5EC-99383C06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Teckensnitt, Grafik, grafisk design, skärmbild&#10;&#10;AI-genererat innehåll kan vara felaktigt.">
            <a:extLst>
              <a:ext uri="{FF2B5EF4-FFF2-40B4-BE49-F238E27FC236}">
                <a16:creationId xmlns:a16="http://schemas.microsoft.com/office/drawing/2014/main" id="{B790EDA6-DFE4-ADD1-9179-E9478782AE7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715544" y="245569"/>
            <a:ext cx="997712" cy="299008"/>
          </a:xfrm>
          <a:prstGeom prst="rect">
            <a:avLst/>
          </a:prstGeom>
        </p:spPr>
      </p:pic>
      <p:sp>
        <p:nvSpPr>
          <p:cNvPr id="8" name="textruta 7">
            <a:extLst>
              <a:ext uri="{FF2B5EF4-FFF2-40B4-BE49-F238E27FC236}">
                <a16:creationId xmlns:a16="http://schemas.microsoft.com/office/drawing/2014/main" id="{87B3408A-B199-AB0E-CB2D-00DBCA05654A}"/>
              </a:ext>
            </a:extLst>
          </p:cNvPr>
          <p:cNvSpPr txBox="1"/>
          <p:nvPr/>
        </p:nvSpPr>
        <p:spPr>
          <a:xfrm>
            <a:off x="192744" y="193535"/>
            <a:ext cx="5703559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sv-SE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Ansvar enhetsansvarig</a:t>
            </a:r>
          </a:p>
        </p:txBody>
      </p:sp>
      <p:pic>
        <p:nvPicPr>
          <p:cNvPr id="5" name="Bildobjekt 4" descr="En bild som visar text, Landfordon, fordon, hjul&#10;&#10;AI-genererat innehåll kan vara felaktigt.">
            <a:extLst>
              <a:ext uri="{FF2B5EF4-FFF2-40B4-BE49-F238E27FC236}">
                <a16:creationId xmlns:a16="http://schemas.microsoft.com/office/drawing/2014/main" id="{AC5641DB-3B04-320D-2AA1-76E5CF96D0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04"/>
          <a:stretch>
            <a:fillRect/>
          </a:stretch>
        </p:blipFill>
        <p:spPr>
          <a:xfrm>
            <a:off x="129683" y="787292"/>
            <a:ext cx="9706439" cy="607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0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9C9D4-FE8F-43A0-96DC-847D1AD8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passad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ECACF74-B73A-A169-922F-5AFCE8B4C1E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actionButtonBlank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" name="Bildobjekt 3" descr="En bild som visar design&#10;&#10;AI-genererat innehåll kan vara felaktigt.">
            <a:extLst>
              <a:ext uri="{FF2B5EF4-FFF2-40B4-BE49-F238E27FC236}">
                <a16:creationId xmlns:a16="http://schemas.microsoft.com/office/drawing/2014/main" id="{F99CAF74-6CB3-EE54-C474-713B0EA6B2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2938"/>
            <a:ext cx="9906000" cy="5572125"/>
          </a:xfrm>
          <a:prstGeom prst="rect">
            <a:avLst/>
          </a:prstGeom>
        </p:spPr>
      </p:pic>
      <p:sp>
        <p:nvSpPr>
          <p:cNvPr id="7" name="textruta 6">
            <a:extLst>
              <a:ext uri="{FF2B5EF4-FFF2-40B4-BE49-F238E27FC236}">
                <a16:creationId xmlns:a16="http://schemas.microsoft.com/office/drawing/2014/main" id="{B2231563-0E57-FAF2-AFF8-D4664BF29B54}"/>
              </a:ext>
            </a:extLst>
          </p:cNvPr>
          <p:cNvSpPr txBox="1"/>
          <p:nvPr/>
        </p:nvSpPr>
        <p:spPr>
          <a:xfrm>
            <a:off x="0" y="5738477"/>
            <a:ext cx="9906000" cy="317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altLang="sv-SE" sz="1463" kern="1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Läs mer på </a:t>
            </a:r>
            <a:r>
              <a:rPr lang="sv-SE" altLang="sv-SE" sz="1463" b="1" kern="1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kinab.se</a:t>
            </a:r>
            <a:r>
              <a:rPr lang="sv-SE" altLang="sv-SE" sz="1463" kern="1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Kontakta oss på </a:t>
            </a:r>
            <a:r>
              <a:rPr lang="sv-SE" altLang="sv-SE" sz="1463" b="1" kern="1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010-457 71 30 </a:t>
            </a:r>
            <a:r>
              <a:rPr lang="sv-SE" altLang="sv-SE" sz="1463" kern="1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eller </a:t>
            </a:r>
            <a:r>
              <a:rPr lang="sv-SE" altLang="sv-SE" sz="1463" b="1" kern="1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order@kinab.se</a:t>
            </a:r>
            <a:r>
              <a:rPr lang="sv-SE" altLang="sv-SE" sz="1463" kern="1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sv-SE" sz="1463" dirty="0"/>
          </a:p>
        </p:txBody>
      </p:sp>
      <p:pic>
        <p:nvPicPr>
          <p:cNvPr id="11" name="Bildobjekt 10" descr="En bild som visar Teckensnitt, Grafik, skärmbild, grafisk design&#10;&#10;AI-genererat innehåll kan vara felaktigt.">
            <a:extLst>
              <a:ext uri="{FF2B5EF4-FFF2-40B4-BE49-F238E27FC236}">
                <a16:creationId xmlns:a16="http://schemas.microsoft.com/office/drawing/2014/main" id="{9D714FF6-B8DF-2DAB-F0C0-7264BAFAA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578" y="1677695"/>
            <a:ext cx="1870847" cy="800974"/>
          </a:xfrm>
          <a:prstGeom prst="rect">
            <a:avLst/>
          </a:prstGeom>
        </p:spPr>
      </p:pic>
      <p:sp>
        <p:nvSpPr>
          <p:cNvPr id="12" name="textruta 11">
            <a:extLst>
              <a:ext uri="{FF2B5EF4-FFF2-40B4-BE49-F238E27FC236}">
                <a16:creationId xmlns:a16="http://schemas.microsoft.com/office/drawing/2014/main" id="{A2823799-0C75-4157-3966-3CA1AF0E1C51}"/>
              </a:ext>
            </a:extLst>
          </p:cNvPr>
          <p:cNvSpPr txBox="1"/>
          <p:nvPr/>
        </p:nvSpPr>
        <p:spPr>
          <a:xfrm>
            <a:off x="2" y="2659678"/>
            <a:ext cx="9905999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195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Samarbete med helhetsperspektiv</a:t>
            </a:r>
          </a:p>
        </p:txBody>
      </p:sp>
    </p:spTree>
    <p:extLst>
      <p:ext uri="{BB962C8B-B14F-4D97-AF65-F5344CB8AC3E}">
        <p14:creationId xmlns:p14="http://schemas.microsoft.com/office/powerpoint/2010/main" val="54266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12692B4E81981429B5DF9D40C2956AA" ma:contentTypeVersion="19" ma:contentTypeDescription="Skapa ett nytt dokument." ma:contentTypeScope="" ma:versionID="748706bb66126991072ab539824f2c18">
  <xsd:schema xmlns:xsd="http://www.w3.org/2001/XMLSchema" xmlns:xs="http://www.w3.org/2001/XMLSchema" xmlns:p="http://schemas.microsoft.com/office/2006/metadata/properties" xmlns:ns2="3c3d6c87-d6c3-4704-87b8-171e02683dbf" xmlns:ns3="5e4bffd8-7dd8-441d-ba87-3526f6fb2339" targetNamespace="http://schemas.microsoft.com/office/2006/metadata/properties" ma:root="true" ma:fieldsID="6b193cad5accbf750ae5d923dace471c" ns2:_="" ns3:_="">
    <xsd:import namespace="3c3d6c87-d6c3-4704-87b8-171e02683dbf"/>
    <xsd:import namespace="5e4bffd8-7dd8-441d-ba87-3526f6fb23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d6c87-d6c3-4704-87b8-171e02683d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dmarkeringar" ma:readOnly="false" ma:fieldId="{5cf76f15-5ced-4ddc-b409-7134ff3c332f}" ma:taxonomyMulti="true" ma:sspId="aaf62ff9-cb8f-49a6-8c0b-001a26aaf7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bffd8-7dd8-441d-ba87-3526f6fb233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6388763-6499-45e5-9a60-955b07cde3a8}" ma:internalName="TaxCatchAll" ma:showField="CatchAllData" ma:web="5e4bffd8-7dd8-441d-ba87-3526f6fb23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3d6c87-d6c3-4704-87b8-171e02683dbf">
      <Terms xmlns="http://schemas.microsoft.com/office/infopath/2007/PartnerControls"/>
    </lcf76f155ced4ddcb4097134ff3c332f>
    <TaxCatchAll xmlns="5e4bffd8-7dd8-441d-ba87-3526f6fb2339" xsi:nil="true"/>
  </documentManagement>
</p:properties>
</file>

<file path=customXml/itemProps1.xml><?xml version="1.0" encoding="utf-8"?>
<ds:datastoreItem xmlns:ds="http://schemas.openxmlformats.org/officeDocument/2006/customXml" ds:itemID="{46CD6C03-2324-40E6-B34A-149FF1B76A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3d6c87-d6c3-4704-87b8-171e02683dbf"/>
    <ds:schemaRef ds:uri="5e4bffd8-7dd8-441d-ba87-3526f6fb23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AED250-0EF4-4D72-9FC2-35481FD693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539CDB-3732-4F41-824B-85F3E57FA9F7}">
  <ds:schemaRefs>
    <ds:schemaRef ds:uri="http://purl.org/dc/elements/1.1/"/>
    <ds:schemaRef ds:uri="5e4bffd8-7dd8-441d-ba87-3526f6fb2339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3c3d6c87-d6c3-4704-87b8-171e02683dbf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658</TotalTime>
  <Words>57</Words>
  <Application>Microsoft Macintosh PowerPoint</Application>
  <PresentationFormat>A4 (210 x 297 mm)</PresentationFormat>
  <Paragraphs>13</Paragraphs>
  <Slides>6</Slides>
  <Notes>6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Helvetica Neue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Katarina Lindedahl Hansson</dc:creator>
  <cp:lastModifiedBy>Mats Öberg</cp:lastModifiedBy>
  <cp:revision>3</cp:revision>
  <cp:lastPrinted>2026-05-13T11:52:22Z</cp:lastPrinted>
  <dcterms:created xsi:type="dcterms:W3CDTF">2026-03-06T13:08:36Z</dcterms:created>
  <dcterms:modified xsi:type="dcterms:W3CDTF">2026-05-13T12:11:32Z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0x010100512692B4E81981429B5DF9D40C2956AA</vt:lpwstr>
  </property>
  <property fmtid="{D5CDD505-2E9C-101B-9397-08002B2CF9AE}" pid="3" name="MediaServiceImageTags">
    <vt:lpwstr/>
  </property>
</Properties>
</file>